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1"/>
  </p:notesMasterIdLst>
  <p:handoutMasterIdLst>
    <p:handoutMasterId r:id="rId12"/>
  </p:handoutMasterIdLst>
  <p:sldIdLst>
    <p:sldId id="256" r:id="rId2"/>
    <p:sldId id="595" r:id="rId3"/>
    <p:sldId id="600" r:id="rId4"/>
    <p:sldId id="596" r:id="rId5"/>
    <p:sldId id="597" r:id="rId6"/>
    <p:sldId id="601" r:id="rId7"/>
    <p:sldId id="602" r:id="rId8"/>
    <p:sldId id="598" r:id="rId9"/>
    <p:sldId id="599" r:id="rId10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00FF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6930AC-3B80-49E7-8F23-3416E045F398}" v="21" dt="2026-06-08T08:14:30.4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57" autoAdjust="0"/>
    <p:restoredTop sz="87573" autoAdjust="0"/>
  </p:normalViewPr>
  <p:slideViewPr>
    <p:cSldViewPr>
      <p:cViewPr varScale="1">
        <p:scale>
          <a:sx n="72" d="100"/>
          <a:sy n="72" d="100"/>
        </p:scale>
        <p:origin x="1402" y="5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106" d="100"/>
          <a:sy n="106" d="100"/>
        </p:scale>
        <p:origin x="2598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정우 최" userId="6c4e1679b54fbd76" providerId="LiveId" clId="{CD7EB376-6046-44C5-AD1B-CF62840F1510}"/>
    <pc:docChg chg="undo custSel addSld delSld modSld sldOrd">
      <pc:chgData name="정우 최" userId="6c4e1679b54fbd76" providerId="LiveId" clId="{CD7EB376-6046-44C5-AD1B-CF62840F1510}" dt="2026-06-10T00:41:23.783" v="1438" actId="22"/>
      <pc:docMkLst>
        <pc:docMk/>
      </pc:docMkLst>
      <pc:sldChg chg="modSp mod">
        <pc:chgData name="정우 최" userId="6c4e1679b54fbd76" providerId="LiveId" clId="{CD7EB376-6046-44C5-AD1B-CF62840F1510}" dt="2026-06-03T08:27:21.730" v="243" actId="20577"/>
        <pc:sldMkLst>
          <pc:docMk/>
          <pc:sldMk cId="1227639730" sldId="256"/>
        </pc:sldMkLst>
        <pc:spChg chg="mod">
          <ac:chgData name="정우 최" userId="6c4e1679b54fbd76" providerId="LiveId" clId="{CD7EB376-6046-44C5-AD1B-CF62840F1510}" dt="2026-06-03T08:26:57.910" v="160" actId="20577"/>
          <ac:spMkLst>
            <pc:docMk/>
            <pc:sldMk cId="1227639730" sldId="256"/>
            <ac:spMk id="5" creationId="{00000000-0000-0000-0000-000000000000}"/>
          </ac:spMkLst>
        </pc:spChg>
        <pc:spChg chg="mod">
          <ac:chgData name="정우 최" userId="6c4e1679b54fbd76" providerId="LiveId" clId="{CD7EB376-6046-44C5-AD1B-CF62840F1510}" dt="2026-06-03T08:27:21.730" v="243" actId="20577"/>
          <ac:spMkLst>
            <pc:docMk/>
            <pc:sldMk cId="1227639730" sldId="256"/>
            <ac:spMk id="7" creationId="{00000000-0000-0000-0000-000000000000}"/>
          </ac:spMkLst>
        </pc:spChg>
      </pc:sldChg>
      <pc:sldChg chg="addSp delSp modSp mod">
        <pc:chgData name="정우 최" userId="6c4e1679b54fbd76" providerId="LiveId" clId="{CD7EB376-6046-44C5-AD1B-CF62840F1510}" dt="2026-06-09T23:16:50.907" v="1410" actId="1076"/>
        <pc:sldMkLst>
          <pc:docMk/>
          <pc:sldMk cId="4159737659" sldId="595"/>
        </pc:sldMkLst>
        <pc:spChg chg="mod">
          <ac:chgData name="정우 최" userId="6c4e1679b54fbd76" providerId="LiveId" clId="{CD7EB376-6046-44C5-AD1B-CF62840F1510}" dt="2026-06-08T02:48:39.235" v="989" actId="20577"/>
          <ac:spMkLst>
            <pc:docMk/>
            <pc:sldMk cId="4159737659" sldId="595"/>
            <ac:spMk id="4" creationId="{770F0FFF-D28F-131F-D4E6-9BB4F45BEA1E}"/>
          </ac:spMkLst>
        </pc:spChg>
        <pc:spChg chg="mod">
          <ac:chgData name="정우 최" userId="6c4e1679b54fbd76" providerId="LiveId" clId="{CD7EB376-6046-44C5-AD1B-CF62840F1510}" dt="2026-06-08T02:39:33.246" v="954" actId="1076"/>
          <ac:spMkLst>
            <pc:docMk/>
            <pc:sldMk cId="4159737659" sldId="595"/>
            <ac:spMk id="6" creationId="{AEF370CE-2A79-DA0E-62C6-65D71A92F30D}"/>
          </ac:spMkLst>
        </pc:spChg>
        <pc:spChg chg="mod">
          <ac:chgData name="정우 최" userId="6c4e1679b54fbd76" providerId="LiveId" clId="{CD7EB376-6046-44C5-AD1B-CF62840F1510}" dt="2026-06-03T08:28:21.405" v="274" actId="20577"/>
          <ac:spMkLst>
            <pc:docMk/>
            <pc:sldMk cId="4159737659" sldId="595"/>
            <ac:spMk id="14338" creationId="{00000000-0000-0000-0000-000000000000}"/>
          </ac:spMkLst>
        </pc:spChg>
        <pc:picChg chg="add mod">
          <ac:chgData name="정우 최" userId="6c4e1679b54fbd76" providerId="LiveId" clId="{CD7EB376-6046-44C5-AD1B-CF62840F1510}" dt="2026-06-09T23:16:50.907" v="1410" actId="1076"/>
          <ac:picMkLst>
            <pc:docMk/>
            <pc:sldMk cId="4159737659" sldId="595"/>
            <ac:picMk id="5" creationId="{6B605CCC-B2AF-EFFE-E805-F0B0F0C744B8}"/>
          </ac:picMkLst>
        </pc:picChg>
        <pc:picChg chg="add mod ord">
          <ac:chgData name="정우 최" userId="6c4e1679b54fbd76" providerId="LiveId" clId="{CD7EB376-6046-44C5-AD1B-CF62840F1510}" dt="2026-06-08T02:39:11.793" v="949" actId="1076"/>
          <ac:picMkLst>
            <pc:docMk/>
            <pc:sldMk cId="4159737659" sldId="595"/>
            <ac:picMk id="8" creationId="{CC592260-FB05-7444-3DEA-51B177F8C972}"/>
          </ac:picMkLst>
        </pc:picChg>
        <pc:picChg chg="add del mod">
          <ac:chgData name="정우 최" userId="6c4e1679b54fbd76" providerId="LiveId" clId="{CD7EB376-6046-44C5-AD1B-CF62840F1510}" dt="2026-06-09T23:16:31.540" v="1402" actId="21"/>
          <ac:picMkLst>
            <pc:docMk/>
            <pc:sldMk cId="4159737659" sldId="595"/>
            <ac:picMk id="10" creationId="{4DE32CEF-A80C-35AE-F1F8-4879AEEE2B87}"/>
          </ac:picMkLst>
        </pc:picChg>
      </pc:sldChg>
      <pc:sldChg chg="addSp delSp modSp add mod">
        <pc:chgData name="정우 최" userId="6c4e1679b54fbd76" providerId="LiveId" clId="{CD7EB376-6046-44C5-AD1B-CF62840F1510}" dt="2026-06-08T02:31:16.851" v="839" actId="1076"/>
        <pc:sldMkLst>
          <pc:docMk/>
          <pc:sldMk cId="3592419568" sldId="596"/>
        </pc:sldMkLst>
        <pc:spChg chg="mod">
          <ac:chgData name="정우 최" userId="6c4e1679b54fbd76" providerId="LiveId" clId="{CD7EB376-6046-44C5-AD1B-CF62840F1510}" dt="2026-06-08T02:28:19.881" v="834" actId="20577"/>
          <ac:spMkLst>
            <pc:docMk/>
            <pc:sldMk cId="3592419568" sldId="596"/>
            <ac:spMk id="14339" creationId="{4326C329-F95F-6AF4-BF50-A0B947F17BDE}"/>
          </ac:spMkLst>
        </pc:spChg>
        <pc:picChg chg="add mod">
          <ac:chgData name="정우 최" userId="6c4e1679b54fbd76" providerId="LiveId" clId="{CD7EB376-6046-44C5-AD1B-CF62840F1510}" dt="2026-06-08T02:27:42.153" v="804" actId="1076"/>
          <ac:picMkLst>
            <pc:docMk/>
            <pc:sldMk cId="3592419568" sldId="596"/>
            <ac:picMk id="4" creationId="{D3B23AF4-FB4F-6E6B-54D8-DC378FD76E7B}"/>
          </ac:picMkLst>
        </pc:picChg>
        <pc:picChg chg="add mod">
          <ac:chgData name="정우 최" userId="6c4e1679b54fbd76" providerId="LiveId" clId="{CD7EB376-6046-44C5-AD1B-CF62840F1510}" dt="2026-06-08T02:31:16.851" v="839" actId="1076"/>
          <ac:picMkLst>
            <pc:docMk/>
            <pc:sldMk cId="3592419568" sldId="596"/>
            <ac:picMk id="6" creationId="{34EC0C6B-CDCD-E4BE-3CB4-586F296F9530}"/>
          </ac:picMkLst>
        </pc:picChg>
      </pc:sldChg>
      <pc:sldChg chg="addSp delSp modSp add mod">
        <pc:chgData name="정우 최" userId="6c4e1679b54fbd76" providerId="LiveId" clId="{CD7EB376-6046-44C5-AD1B-CF62840F1510}" dt="2026-06-08T08:12:53.782" v="1308" actId="21"/>
        <pc:sldMkLst>
          <pc:docMk/>
          <pc:sldMk cId="3878791853" sldId="597"/>
        </pc:sldMkLst>
        <pc:spChg chg="mod">
          <ac:chgData name="정우 최" userId="6c4e1679b54fbd76" providerId="LiveId" clId="{CD7EB376-6046-44C5-AD1B-CF62840F1510}" dt="2026-06-08T02:31:53.271" v="872" actId="20577"/>
          <ac:spMkLst>
            <pc:docMk/>
            <pc:sldMk cId="3878791853" sldId="597"/>
            <ac:spMk id="14339" creationId="{1A849D61-85F5-7A74-3C17-2F792C3B45A2}"/>
          </ac:spMkLst>
        </pc:spChg>
        <pc:picChg chg="add mod">
          <ac:chgData name="정우 최" userId="6c4e1679b54fbd76" providerId="LiveId" clId="{CD7EB376-6046-44C5-AD1B-CF62840F1510}" dt="2026-06-08T02:32:36.336" v="879" actId="1076"/>
          <ac:picMkLst>
            <pc:docMk/>
            <pc:sldMk cId="3878791853" sldId="597"/>
            <ac:picMk id="4" creationId="{58DE7BA3-B61C-239C-261C-9432912CB8DA}"/>
          </ac:picMkLst>
        </pc:picChg>
      </pc:sldChg>
      <pc:sldChg chg="addSp delSp modSp add mod">
        <pc:chgData name="정우 최" userId="6c4e1679b54fbd76" providerId="LiveId" clId="{CD7EB376-6046-44C5-AD1B-CF62840F1510}" dt="2026-06-08T08:12:44.353" v="1305" actId="20577"/>
        <pc:sldMkLst>
          <pc:docMk/>
          <pc:sldMk cId="2068241561" sldId="598"/>
        </pc:sldMkLst>
        <pc:spChg chg="add mod">
          <ac:chgData name="정우 최" userId="6c4e1679b54fbd76" providerId="LiveId" clId="{CD7EB376-6046-44C5-AD1B-CF62840F1510}" dt="2026-06-08T02:44:47.069" v="962" actId="20577"/>
          <ac:spMkLst>
            <pc:docMk/>
            <pc:sldMk cId="2068241561" sldId="598"/>
            <ac:spMk id="3" creationId="{0ACD5708-BD0C-E380-299C-7D043B1FDE6C}"/>
          </ac:spMkLst>
        </pc:spChg>
        <pc:spChg chg="mod">
          <ac:chgData name="정우 최" userId="6c4e1679b54fbd76" providerId="LiveId" clId="{CD7EB376-6046-44C5-AD1B-CF62840F1510}" dt="2026-06-08T08:04:48.535" v="1107" actId="20577"/>
          <ac:spMkLst>
            <pc:docMk/>
            <pc:sldMk cId="2068241561" sldId="598"/>
            <ac:spMk id="14338" creationId="{E2F84DC4-10E8-CD5D-5E11-9288E0CED385}"/>
          </ac:spMkLst>
        </pc:spChg>
        <pc:spChg chg="mod">
          <ac:chgData name="정우 최" userId="6c4e1679b54fbd76" providerId="LiveId" clId="{CD7EB376-6046-44C5-AD1B-CF62840F1510}" dt="2026-06-08T08:12:44.353" v="1305" actId="20577"/>
          <ac:spMkLst>
            <pc:docMk/>
            <pc:sldMk cId="2068241561" sldId="598"/>
            <ac:spMk id="14339" creationId="{5218087E-2066-D6F6-B7B9-E3EB6EA26FE5}"/>
          </ac:spMkLst>
        </pc:spChg>
        <pc:picChg chg="add mod">
          <ac:chgData name="정우 최" userId="6c4e1679b54fbd76" providerId="LiveId" clId="{CD7EB376-6046-44C5-AD1B-CF62840F1510}" dt="2026-06-08T02:45:31.056" v="974" actId="14100"/>
          <ac:picMkLst>
            <pc:docMk/>
            <pc:sldMk cId="2068241561" sldId="598"/>
            <ac:picMk id="6" creationId="{7A561CD2-BA9D-D8C3-EC69-79D982DCF286}"/>
          </ac:picMkLst>
        </pc:picChg>
        <pc:picChg chg="add mod">
          <ac:chgData name="정우 최" userId="6c4e1679b54fbd76" providerId="LiveId" clId="{CD7EB376-6046-44C5-AD1B-CF62840F1510}" dt="2026-06-08T02:45:23.065" v="972" actId="14100"/>
          <ac:picMkLst>
            <pc:docMk/>
            <pc:sldMk cId="2068241561" sldId="598"/>
            <ac:picMk id="7" creationId="{BF90128D-40FE-65E0-1E37-CF477BA34C22}"/>
          </ac:picMkLst>
        </pc:picChg>
      </pc:sldChg>
      <pc:sldChg chg="addSp delSp modSp add mod">
        <pc:chgData name="정우 최" userId="6c4e1679b54fbd76" providerId="LiveId" clId="{CD7EB376-6046-44C5-AD1B-CF62840F1510}" dt="2026-06-10T00:41:23.783" v="1438" actId="22"/>
        <pc:sldMkLst>
          <pc:docMk/>
          <pc:sldMk cId="4140542432" sldId="599"/>
        </pc:sldMkLst>
        <pc:spChg chg="add mod">
          <ac:chgData name="정우 최" userId="6c4e1679b54fbd76" providerId="LiveId" clId="{CD7EB376-6046-44C5-AD1B-CF62840F1510}" dt="2026-06-10T00:41:23.125" v="1436" actId="1076"/>
          <ac:spMkLst>
            <pc:docMk/>
            <pc:sldMk cId="4140542432" sldId="599"/>
            <ac:spMk id="3" creationId="{A64DFECA-4975-6228-1C69-55F989F662A2}"/>
          </ac:spMkLst>
        </pc:spChg>
        <pc:spChg chg="mod">
          <ac:chgData name="정우 최" userId="6c4e1679b54fbd76" providerId="LiveId" clId="{CD7EB376-6046-44C5-AD1B-CF62840F1510}" dt="2026-06-08T08:04:45.181" v="1103" actId="20577"/>
          <ac:spMkLst>
            <pc:docMk/>
            <pc:sldMk cId="4140542432" sldId="599"/>
            <ac:spMk id="14338" creationId="{F913C725-3704-1238-05F2-520EF0B1F2D5}"/>
          </ac:spMkLst>
        </pc:spChg>
        <pc:spChg chg="mod">
          <ac:chgData name="정우 최" userId="6c4e1679b54fbd76" providerId="LiveId" clId="{CD7EB376-6046-44C5-AD1B-CF62840F1510}" dt="2026-06-08T08:12:47.281" v="1307" actId="20577"/>
          <ac:spMkLst>
            <pc:docMk/>
            <pc:sldMk cId="4140542432" sldId="599"/>
            <ac:spMk id="14339" creationId="{E39531EE-0A77-0352-9595-63022C35C62B}"/>
          </ac:spMkLst>
        </pc:spChg>
        <pc:picChg chg="add del mod">
          <ac:chgData name="정우 최" userId="6c4e1679b54fbd76" providerId="LiveId" clId="{CD7EB376-6046-44C5-AD1B-CF62840F1510}" dt="2026-06-10T00:41:23.783" v="1438" actId="22"/>
          <ac:picMkLst>
            <pc:docMk/>
            <pc:sldMk cId="4140542432" sldId="599"/>
            <ac:picMk id="5" creationId="{F46B1295-E8CB-4A66-404F-30D43C8CA2D0}"/>
          </ac:picMkLst>
        </pc:picChg>
        <pc:picChg chg="add mod">
          <ac:chgData name="정우 최" userId="6c4e1679b54fbd76" providerId="LiveId" clId="{CD7EB376-6046-44C5-AD1B-CF62840F1510}" dt="2026-06-08T08:08:34.141" v="1296" actId="14100"/>
          <ac:picMkLst>
            <pc:docMk/>
            <pc:sldMk cId="4140542432" sldId="599"/>
            <ac:picMk id="14" creationId="{00D957AF-93B0-6B41-40D9-500AD0350890}"/>
          </ac:picMkLst>
        </pc:picChg>
        <pc:picChg chg="add mod">
          <ac:chgData name="정우 최" userId="6c4e1679b54fbd76" providerId="LiveId" clId="{CD7EB376-6046-44C5-AD1B-CF62840F1510}" dt="2026-06-08T08:08:36.168" v="1297" actId="14100"/>
          <ac:picMkLst>
            <pc:docMk/>
            <pc:sldMk cId="4140542432" sldId="599"/>
            <ac:picMk id="16" creationId="{BB4267B6-23C6-07DD-3D12-AD960392E2E1}"/>
          </ac:picMkLst>
        </pc:picChg>
      </pc:sldChg>
      <pc:sldChg chg="addSp delSp modSp add mod">
        <pc:chgData name="정우 최" userId="6c4e1679b54fbd76" providerId="LiveId" clId="{CD7EB376-6046-44C5-AD1B-CF62840F1510}" dt="2026-06-09T23:19:07.070" v="1426" actId="20577"/>
        <pc:sldMkLst>
          <pc:docMk/>
          <pc:sldMk cId="534381280" sldId="600"/>
        </pc:sldMkLst>
        <pc:spChg chg="mod">
          <ac:chgData name="정우 최" userId="6c4e1679b54fbd76" providerId="LiveId" clId="{CD7EB376-6046-44C5-AD1B-CF62840F1510}" dt="2026-06-09T23:19:07.070" v="1426" actId="20577"/>
          <ac:spMkLst>
            <pc:docMk/>
            <pc:sldMk cId="534381280" sldId="600"/>
            <ac:spMk id="4" creationId="{256861FD-4151-FC61-AAF8-90C903234E09}"/>
          </ac:spMkLst>
        </pc:spChg>
        <pc:spChg chg="add mod">
          <ac:chgData name="정우 최" userId="6c4e1679b54fbd76" providerId="LiveId" clId="{CD7EB376-6046-44C5-AD1B-CF62840F1510}" dt="2026-06-08T08:01:04.669" v="1025" actId="20577"/>
          <ac:spMkLst>
            <pc:docMk/>
            <pc:sldMk cId="534381280" sldId="600"/>
            <ac:spMk id="5" creationId="{DDB4825D-21AC-1649-1B3D-818DF5F851BD}"/>
          </ac:spMkLst>
        </pc:spChg>
        <pc:picChg chg="add mod">
          <ac:chgData name="정우 최" userId="6c4e1679b54fbd76" providerId="LiveId" clId="{CD7EB376-6046-44C5-AD1B-CF62840F1510}" dt="2026-06-09T23:17:28.452" v="1422" actId="1076"/>
          <ac:picMkLst>
            <pc:docMk/>
            <pc:sldMk cId="534381280" sldId="600"/>
            <ac:picMk id="6" creationId="{F0C94500-5D4A-DE7F-FB25-A9E823BE35BB}"/>
          </ac:picMkLst>
        </pc:picChg>
        <pc:picChg chg="add mod modCrop">
          <ac:chgData name="정우 최" userId="6c4e1679b54fbd76" providerId="LiveId" clId="{CD7EB376-6046-44C5-AD1B-CF62840F1510}" dt="2026-06-09T23:17:32.216" v="1424" actId="1076"/>
          <ac:picMkLst>
            <pc:docMk/>
            <pc:sldMk cId="534381280" sldId="600"/>
            <ac:picMk id="9" creationId="{89BB487F-B3BE-0639-FB19-F26F1A55CA8A}"/>
          </ac:picMkLst>
        </pc:picChg>
      </pc:sldChg>
      <pc:sldChg chg="addSp delSp modSp add mod">
        <pc:chgData name="정우 최" userId="6c4e1679b54fbd76" providerId="LiveId" clId="{CD7EB376-6046-44C5-AD1B-CF62840F1510}" dt="2026-06-08T08:07:48.210" v="1287" actId="20577"/>
        <pc:sldMkLst>
          <pc:docMk/>
          <pc:sldMk cId="75264208" sldId="601"/>
        </pc:sldMkLst>
        <pc:spChg chg="add mod">
          <ac:chgData name="정우 최" userId="6c4e1679b54fbd76" providerId="LiveId" clId="{CD7EB376-6046-44C5-AD1B-CF62840F1510}" dt="2026-06-08T08:07:31.646" v="1239" actId="1076"/>
          <ac:spMkLst>
            <pc:docMk/>
            <pc:sldMk cId="75264208" sldId="601"/>
            <ac:spMk id="8" creationId="{CE01CA10-53FF-EE31-6D06-CC8657E36BA2}"/>
          </ac:spMkLst>
        </pc:spChg>
        <pc:spChg chg="add mod">
          <ac:chgData name="정우 최" userId="6c4e1679b54fbd76" providerId="LiveId" clId="{CD7EB376-6046-44C5-AD1B-CF62840F1510}" dt="2026-06-08T08:07:48.210" v="1287" actId="20577"/>
          <ac:spMkLst>
            <pc:docMk/>
            <pc:sldMk cId="75264208" sldId="601"/>
            <ac:spMk id="9" creationId="{47DA7266-62DB-223E-CB9D-1BC94E0F92F0}"/>
          </ac:spMkLst>
        </pc:spChg>
        <pc:spChg chg="mod">
          <ac:chgData name="정우 최" userId="6c4e1679b54fbd76" providerId="LiveId" clId="{CD7EB376-6046-44C5-AD1B-CF62840F1510}" dt="2026-06-08T08:04:41.082" v="1099" actId="20577"/>
          <ac:spMkLst>
            <pc:docMk/>
            <pc:sldMk cId="75264208" sldId="601"/>
            <ac:spMk id="14338" creationId="{23067850-A6B0-1F5C-2E1B-48BEA46F0914}"/>
          </ac:spMkLst>
        </pc:spChg>
        <pc:spChg chg="mod">
          <ac:chgData name="정우 최" userId="6c4e1679b54fbd76" providerId="LiveId" clId="{CD7EB376-6046-44C5-AD1B-CF62840F1510}" dt="2026-06-08T08:06:21.755" v="1201" actId="20577"/>
          <ac:spMkLst>
            <pc:docMk/>
            <pc:sldMk cId="75264208" sldId="601"/>
            <ac:spMk id="14339" creationId="{1A33CC9C-019D-B5A5-2EF7-7BE936B8F058}"/>
          </ac:spMkLst>
        </pc:spChg>
        <pc:picChg chg="add mod">
          <ac:chgData name="정우 최" userId="6c4e1679b54fbd76" providerId="LiveId" clId="{CD7EB376-6046-44C5-AD1B-CF62840F1510}" dt="2026-06-08T08:07:02.086" v="1214" actId="1076"/>
          <ac:picMkLst>
            <pc:docMk/>
            <pc:sldMk cId="75264208" sldId="601"/>
            <ac:picMk id="5" creationId="{75FA422A-F835-DEF5-A6C5-C4C7B7809631}"/>
          </ac:picMkLst>
        </pc:picChg>
        <pc:picChg chg="add mod">
          <ac:chgData name="정우 최" userId="6c4e1679b54fbd76" providerId="LiveId" clId="{CD7EB376-6046-44C5-AD1B-CF62840F1510}" dt="2026-06-08T08:06:50.112" v="1210" actId="14100"/>
          <ac:picMkLst>
            <pc:docMk/>
            <pc:sldMk cId="75264208" sldId="601"/>
            <ac:picMk id="7" creationId="{02CCCB50-9E15-090A-7162-E265A80240F6}"/>
          </ac:picMkLst>
        </pc:picChg>
      </pc:sldChg>
      <pc:sldChg chg="addSp delSp modSp add mod ord">
        <pc:chgData name="정우 최" userId="6c4e1679b54fbd76" providerId="LiveId" clId="{CD7EB376-6046-44C5-AD1B-CF62840F1510}" dt="2026-06-08T08:15:06.167" v="1401" actId="20577"/>
        <pc:sldMkLst>
          <pc:docMk/>
          <pc:sldMk cId="964584953" sldId="602"/>
        </pc:sldMkLst>
        <pc:spChg chg="mod">
          <ac:chgData name="정우 최" userId="6c4e1679b54fbd76" providerId="LiveId" clId="{CD7EB376-6046-44C5-AD1B-CF62840F1510}" dt="2026-06-08T08:15:06.167" v="1401" actId="20577"/>
          <ac:spMkLst>
            <pc:docMk/>
            <pc:sldMk cId="964584953" sldId="602"/>
            <ac:spMk id="3" creationId="{6619660D-E5F2-C8A0-67C2-0F3E3ABD3033}"/>
          </ac:spMkLst>
        </pc:spChg>
        <pc:spChg chg="mod">
          <ac:chgData name="정우 최" userId="6c4e1679b54fbd76" providerId="LiveId" clId="{CD7EB376-6046-44C5-AD1B-CF62840F1510}" dt="2026-06-08T08:12:40.342" v="1301" actId="20577"/>
          <ac:spMkLst>
            <pc:docMk/>
            <pc:sldMk cId="964584953" sldId="602"/>
            <ac:spMk id="14339" creationId="{2D37E50D-DCEE-FB10-AC44-F4C986D7ADBB}"/>
          </ac:spMkLst>
        </pc:spChg>
        <pc:picChg chg="add mod">
          <ac:chgData name="정우 최" userId="6c4e1679b54fbd76" providerId="LiveId" clId="{CD7EB376-6046-44C5-AD1B-CF62840F1510}" dt="2026-06-08T08:13:26.122" v="1321" actId="1076"/>
          <ac:picMkLst>
            <pc:docMk/>
            <pc:sldMk cId="964584953" sldId="602"/>
            <ac:picMk id="6" creationId="{B366D925-ED43-5E84-C124-A4D8B356D1E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425A70-5908-4F26-95C5-87BC94421A41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CC53CC-49FF-4CD2-A4C1-1F15E10885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8980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C3A17A-95E8-4381-B66B-5D6DE2B3048A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0C9D69-9831-4844-8B1E-062B2DA58B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390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3B38E830-783E-42B1-A032-1ACBCFA0E7D1}" type="slidenum">
              <a:rPr lang="en-US" altLang="ko-KR" sz="1200">
                <a:latin typeface="Arial" panose="020B0604020202020204" pitchFamily="34" charset="0"/>
              </a:rPr>
              <a:pPr/>
              <a:t>2</a:t>
            </a:fld>
            <a:endParaRPr lang="en-US" altLang="ko-KR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87272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8FEF9-D5AD-BCF8-8A8E-D0A74FA60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3DBF9177-CECF-5EF9-D3C9-EB8E13518A6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9D98A4AC-A186-0EA3-C774-723E258A444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C64CBB-10F4-9C0F-D444-3CA9E7B45C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3B38E830-783E-42B1-A032-1ACBCFA0E7D1}" type="slidenum">
              <a:rPr lang="en-US" altLang="ko-KR" sz="1200">
                <a:latin typeface="Arial" panose="020B0604020202020204" pitchFamily="34" charset="0"/>
              </a:rPr>
              <a:pPr/>
              <a:t>3</a:t>
            </a:fld>
            <a:endParaRPr lang="en-US" altLang="ko-KR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20763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43534-FB99-4C0E-0B83-454007729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758E03EF-229F-AA9B-6003-1DA74ED50D4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F54A6E47-13C2-E527-3435-5DAC46C9150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0F6DDD-2C8A-E879-3979-BE3B4E32CC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3B38E830-783E-42B1-A032-1ACBCFA0E7D1}" type="slidenum">
              <a:rPr lang="en-US" altLang="ko-KR" sz="1200">
                <a:latin typeface="Arial" panose="020B0604020202020204" pitchFamily="34" charset="0"/>
              </a:rPr>
              <a:pPr/>
              <a:t>4</a:t>
            </a:fld>
            <a:endParaRPr lang="en-US" altLang="ko-KR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81246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91F86-419A-D2CE-0C37-B6B961889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B7D2A3A2-AFF0-7508-5EC6-0CE1ECF987D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C6DA547C-36B9-7A4C-1168-011EC164669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10CC34-6968-17B1-2365-DFDF04702C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3B38E830-783E-42B1-A032-1ACBCFA0E7D1}" type="slidenum">
              <a:rPr lang="en-US" altLang="ko-KR" sz="1200">
                <a:latin typeface="Arial" panose="020B0604020202020204" pitchFamily="34" charset="0"/>
              </a:rPr>
              <a:pPr/>
              <a:t>5</a:t>
            </a:fld>
            <a:endParaRPr lang="en-US" altLang="ko-KR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255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83C4D-DB70-4561-713E-1ECD9BF0A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37E350D1-41D5-9E22-FE1F-BC94BA0C8B2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F665BC52-3037-CD0F-AFA6-9CA2C355FD6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5F8FCA-B988-0F4D-1820-5DCE159CE9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3B38E830-783E-42B1-A032-1ACBCFA0E7D1}" type="slidenum">
              <a:rPr lang="en-US" altLang="ko-KR" sz="1200">
                <a:latin typeface="Arial" panose="020B0604020202020204" pitchFamily="34" charset="0"/>
              </a:rPr>
              <a:pPr/>
              <a:t>6</a:t>
            </a:fld>
            <a:endParaRPr lang="en-US" altLang="ko-KR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22373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D984C-BEAB-0397-D3E6-48E713654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1A56358B-F742-B493-B102-AA0A04503BD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86CAB5AC-A698-E694-94B5-342583304C8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A8287C-4F60-BB41-52E6-8DD1644F32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3B38E830-783E-42B1-A032-1ACBCFA0E7D1}" type="slidenum">
              <a:rPr lang="en-US" altLang="ko-KR" sz="1200">
                <a:latin typeface="Arial" panose="020B0604020202020204" pitchFamily="34" charset="0"/>
              </a:rPr>
              <a:pPr/>
              <a:t>7</a:t>
            </a:fld>
            <a:endParaRPr lang="en-US" altLang="ko-KR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46178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A0A88-D9A4-BB95-DD41-B3D0E0A50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B734687C-8AC1-93CE-B767-EBE3D5D81D4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D13C0BE2-FCF7-751F-8AA6-5F8633686F3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DFA4C6-D8F5-41F2-FB88-16913A3868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3B38E830-783E-42B1-A032-1ACBCFA0E7D1}" type="slidenum">
              <a:rPr lang="en-US" altLang="ko-KR" sz="1200">
                <a:latin typeface="Arial" panose="020B0604020202020204" pitchFamily="34" charset="0"/>
              </a:rPr>
              <a:pPr/>
              <a:t>8</a:t>
            </a:fld>
            <a:endParaRPr lang="en-US" altLang="ko-KR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27044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3DF3A-A484-70EB-B9EC-3E6E82ADB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5FFEBEA8-EC00-70EB-0795-474A6EC6A7E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91251340-4DF5-FC9D-F71B-C699EB378CE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4B7943-AEC2-259E-FA25-E4263430D0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3B38E830-783E-42B1-A032-1ACBCFA0E7D1}" type="slidenum">
              <a:rPr lang="en-US" altLang="ko-KR" sz="1200">
                <a:latin typeface="Arial" panose="020B0604020202020204" pitchFamily="34" charset="0"/>
              </a:rPr>
              <a:pPr/>
              <a:t>9</a:t>
            </a:fld>
            <a:endParaRPr lang="en-US" altLang="ko-KR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30557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625600" y="3886200"/>
            <a:ext cx="9144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625600" y="5124450"/>
            <a:ext cx="9144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3B6732A1-8A50-42D0-9FB5-A7CC4F887D83}" type="datetime1">
              <a:rPr lang="en-US" smtClean="0"/>
              <a:t>6/10/2026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621536" y="6355080"/>
            <a:ext cx="1625600" cy="365760"/>
          </a:xfrm>
        </p:spPr>
        <p:txBody>
          <a:bodyPr/>
          <a:lstStyle>
            <a:lvl1pPr algn="l" eaLnBrk="1" latinLnBrk="0" hangingPunct="1">
              <a:defRPr/>
            </a:lvl1pPr>
          </a:lstStyle>
          <a:p>
            <a:fld id="{EA7C8D44-3667-46F6-9772-CC52308E2A7F}" type="slidenum">
              <a:rPr kumimoji="0" lang="en-US" altLang="ko-KR" smtClean="0"/>
              <a:pPr/>
              <a:t>‹#›</a:t>
            </a:fld>
            <a:endParaRPr kumimoji="0" lang="en-US" altLang="ko-KR" sz="1200" dirty="0">
              <a:solidFill>
                <a:schemeClr val="tx2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206500" y="3648075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3" name="Rectangle 32"/>
          <p:cNvSpPr/>
          <p:nvPr/>
        </p:nvSpPr>
        <p:spPr>
          <a:xfrm>
            <a:off x="1219200" y="5048250"/>
            <a:ext cx="97536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2" name="Rectangle 21"/>
          <p:cNvSpPr/>
          <p:nvPr/>
        </p:nvSpPr>
        <p:spPr>
          <a:xfrm>
            <a:off x="1206500" y="3648075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2" name="Rectangle 31"/>
          <p:cNvSpPr/>
          <p:nvPr/>
        </p:nvSpPr>
        <p:spPr>
          <a:xfrm>
            <a:off x="1219200" y="5048250"/>
            <a:ext cx="3048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44B809B3-6A2C-46CF-98AB-C7B45372B065}" type="datetime1">
              <a:rPr lang="en-US" smtClean="0"/>
              <a:t>6/10/2026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 eaLnBrk="1" latinLnBrk="0" hangingPunct="1">
              <a:defRPr/>
            </a:lvl1pPr>
          </a:lstStyle>
          <a:p>
            <a:fld id="{EA7C8D44-3667-46F6-9772-CC52308E2A7F}" type="slidenum">
              <a:rPr kumimoji="0" lang="en-US" altLang="ko-KR" smtClean="0"/>
              <a:pPr/>
              <a:t>‹#›</a:t>
            </a:fld>
            <a:endParaRPr kumimoji="0" lang="en-US" altLang="ko-KR" sz="1200" dirty="0">
              <a:solidFill>
                <a:schemeClr val="tx2"/>
              </a:solidFill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9728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600" y="2971800"/>
            <a:ext cx="9144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27200" y="4267200"/>
            <a:ext cx="90424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/>
          <a:p>
            <a:pPr eaLnBrk="1" latinLnBrk="0" hangingPunct="1"/>
            <a:fld id="{C191117F-3CD7-4767-AEE5-49A060274EAA}" type="datetime1">
              <a:rPr lang="en-US" smtClean="0"/>
              <a:t>6/10/2026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26464" y="6355080"/>
            <a:ext cx="2027936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1219200" y="2819400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1219200" y="2819400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47B8C5CE-9DF7-4BB4-863A-6E277DDC03D4}" type="datetime1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176264" y="1216152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85875"/>
            <a:ext cx="5386917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7601" y="1295400"/>
            <a:ext cx="5389033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EE11402-9D83-40E7-9253-0548CE63EB94}" type="datetime1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197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0C0C8811-C7DA-4658-BB60-F635F9220CDF}" type="datetime1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EB38FCF-5E28-44CB-A212-D3E75CA77D8D}" type="datetime1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2800" y="304800"/>
            <a:ext cx="33528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8432800" y="1219201"/>
            <a:ext cx="33528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55FE7C6-0DE5-4400-A2DD-37AB2CB98797}" type="datetime1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5220033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406400" y="304800"/>
            <a:ext cx="7620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00856"/>
            <a:ext cx="109728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1905000"/>
            <a:ext cx="109728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219200"/>
            <a:ext cx="109728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312819A-A7E0-496A-9C6B-0FBBF375D97B}" type="datetime1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609600" y="500856"/>
            <a:ext cx="24384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932F6112-2530-4960-AA07-04E672D1E722}" type="datetime1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896A6EFF-8172-426D-9AC7-B0DD95EEE533}" type="datetime1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5814836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0" y="6470973"/>
            <a:ext cx="1063524" cy="304168"/>
          </a:xfrm>
          <a:prstGeom prst="rect">
            <a:avLst/>
          </a:prstGeom>
        </p:spPr>
      </p:pic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219200"/>
            <a:ext cx="109728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534400" y="6356350"/>
            <a:ext cx="3052064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0259BA2E-082A-4ACD-AA34-4B617DF5D259}" type="datetime1">
              <a:rPr lang="en-US" smtClean="0"/>
              <a:t>6/10/2026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864864" y="6356350"/>
            <a:ext cx="46736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609600" y="1143000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System Semiconductor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5400" y="1828801"/>
            <a:ext cx="96011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3600" b="1" dirty="0">
                <a:solidFill>
                  <a:srgbClr val="C00000"/>
                </a:solidFill>
              </a:rPr>
              <a:t>ASIC Frontend design – Low Pass Filter</a:t>
            </a:r>
          </a:p>
        </p:txBody>
      </p:sp>
      <p:sp>
        <p:nvSpPr>
          <p:cNvPr id="7" name="제목 6"/>
          <p:cNvSpPr>
            <a:spLocks noGrp="1"/>
          </p:cNvSpPr>
          <p:nvPr>
            <p:ph type="ctrTitle"/>
          </p:nvPr>
        </p:nvSpPr>
        <p:spPr>
          <a:xfrm>
            <a:off x="1625600" y="3810000"/>
            <a:ext cx="9144000" cy="990600"/>
          </a:xfrm>
        </p:spPr>
        <p:txBody>
          <a:bodyPr>
            <a:noAutofit/>
          </a:bodyPr>
          <a:lstStyle/>
          <a:p>
            <a:r>
              <a:rPr lang="ko-KR" altLang="en-US" sz="2000" dirty="0"/>
              <a:t>최정우</a:t>
            </a:r>
            <a:r>
              <a:rPr lang="en-US" altLang="ko-KR" sz="2000" dirty="0"/>
              <a:t> (Choi </a:t>
            </a:r>
            <a:r>
              <a:rPr lang="en-US" altLang="ko-KR" sz="2000" dirty="0" err="1"/>
              <a:t>Jeongwoo</a:t>
            </a:r>
            <a:r>
              <a:rPr lang="en-US" altLang="ko-KR" sz="2000" dirty="0"/>
              <a:t>)</a:t>
            </a:r>
            <a:br>
              <a:rPr lang="en-US" altLang="ko-KR" sz="2000" dirty="0"/>
            </a:br>
            <a:r>
              <a:rPr lang="en-US" altLang="ko-KR" sz="2000" dirty="0" err="1"/>
              <a:t>Sangmyung</a:t>
            </a:r>
            <a:r>
              <a:rPr lang="en-US" altLang="ko-KR" sz="2000" dirty="0"/>
              <a:t> University</a:t>
            </a:r>
            <a:br>
              <a:rPr lang="en-US" altLang="ko-KR" sz="2000" dirty="0"/>
            </a:br>
            <a:r>
              <a:rPr lang="en-US" altLang="ko-KR" sz="2000" dirty="0"/>
              <a:t>jw010803@gmail.com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227639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Wave Form</a:t>
            </a:r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CC592260-FB05-7444-3DEA-51B177F8C972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21" y="1345870"/>
            <a:ext cx="3962400" cy="3693320"/>
          </a:xfrm>
          <a:prstGeom prst="rect">
            <a:avLst/>
          </a:prstGeom>
        </p:spPr>
      </p:pic>
      <p:sp>
        <p:nvSpPr>
          <p:cNvPr id="14340" name="Content Placeholder 2"/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None/>
            </a:pPr>
            <a:endParaRPr lang="ko-KR" altLang="ko-KR" sz="2000"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altLang="ko-KR" smtClean="0"/>
              <a:pPr/>
              <a:t>2</a:t>
            </a:fld>
            <a:endParaRPr kumimoji="0" lang="en-US" altLang="ko-KR" sz="1200" dirty="0">
              <a:solidFill>
                <a:schemeClr val="tx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0F0FFF-D28F-131F-D4E6-9BB4F45BEA1E}"/>
              </a:ext>
            </a:extLst>
          </p:cNvPr>
          <p:cNvSpPr txBox="1"/>
          <p:nvPr/>
        </p:nvSpPr>
        <p:spPr>
          <a:xfrm>
            <a:off x="6705600" y="5307656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Verilog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F370CE-2A79-DA0E-62C6-65D71A92F30D}"/>
              </a:ext>
            </a:extLst>
          </p:cNvPr>
          <p:cNvSpPr txBox="1"/>
          <p:nvPr/>
        </p:nvSpPr>
        <p:spPr>
          <a:xfrm>
            <a:off x="825724" y="5327464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Python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B605CCC-B2AF-EFFE-E805-F0B0F0C744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0200" y="1864147"/>
            <a:ext cx="5913006" cy="2722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737659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7345F-D89A-B642-B282-342911FB9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A6502068-BA9F-6790-401B-CCF7B67C1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Wave Form</a:t>
            </a: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5BBDC755-40A0-4C0E-4055-7FA85F7475D5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None/>
            </a:pPr>
            <a:endParaRPr lang="ko-KR" altLang="ko-KR" sz="2000"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3A02D29-19AA-3D3E-02CF-542F8545D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altLang="ko-KR" smtClean="0"/>
              <a:pPr/>
              <a:t>3</a:t>
            </a:fld>
            <a:endParaRPr kumimoji="0" lang="en-US" altLang="ko-KR" sz="1200" dirty="0">
              <a:solidFill>
                <a:schemeClr val="tx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6861FD-4151-FC61-AAF8-90C903234E09}"/>
              </a:ext>
            </a:extLst>
          </p:cNvPr>
          <p:cNvSpPr txBox="1"/>
          <p:nvPr/>
        </p:nvSpPr>
        <p:spPr>
          <a:xfrm>
            <a:off x="4022035" y="5822922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RTL &amp; </a:t>
            </a:r>
            <a:r>
              <a:rPr lang="en-US" altLang="ko-KR"/>
              <a:t>PRE SIM 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DDB4825D-21AC-1649-1B3D-818DF5F851B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9BB487F-B3BE-0639-FB19-F26F1A55CA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092"/>
          <a:stretch>
            <a:fillRect/>
          </a:stretch>
        </p:blipFill>
        <p:spPr>
          <a:xfrm>
            <a:off x="523461" y="1298530"/>
            <a:ext cx="10959548" cy="208064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0C94500-5D4A-DE7F-FB25-A9E823BE35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3478824"/>
            <a:ext cx="10959548" cy="2379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381280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31271-C67F-1095-9158-19867B3CF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E5339415-688E-1F29-6565-73044CA0A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DC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4326C329-F95F-6AF4-BF50-A0B947F17BD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Report timing(met) &amp; </a:t>
            </a:r>
            <a:r>
              <a:rPr lang="en-US" altLang="ko-KR" dirty="0" err="1">
                <a:ea typeface="굴림" panose="020B0600000101010101" pitchFamily="50" charset="-127"/>
              </a:rPr>
              <a:t>Report_area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5AFBC6DC-2004-BEF6-0F69-579FE16EC107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None/>
            </a:pPr>
            <a:endParaRPr lang="ko-KR" altLang="ko-KR" sz="2000"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95A79EE-7A48-4876-35D0-7BDF33D82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altLang="ko-KR" smtClean="0"/>
              <a:pPr/>
              <a:t>4</a:t>
            </a:fld>
            <a:endParaRPr kumimoji="0" lang="en-US" altLang="ko-KR" sz="1200" dirty="0">
              <a:solidFill>
                <a:schemeClr val="tx2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3B23AF4-FB4F-6E6B-54D8-DC378FD76E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779201"/>
            <a:ext cx="5566774" cy="427121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4EC0C6B-CDCD-E4BE-3CB4-586F296F95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536" y="1779200"/>
            <a:ext cx="5132324" cy="4271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419568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E9043-5C98-DCFA-6BE4-23F86F659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495B9FA4-705C-6C43-3C4A-D5AD7C464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DC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1A849D61-85F5-7A74-3C17-2F792C3B45A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Formality Result</a:t>
            </a: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1D06E0F7-A3BA-61C8-4540-0CD876B76724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None/>
            </a:pPr>
            <a:endParaRPr lang="ko-KR" altLang="ko-KR" sz="2000"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1D7DBB0-A893-5AA6-B539-33A6EBB27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altLang="ko-KR" smtClean="0"/>
              <a:pPr/>
              <a:t>5</a:t>
            </a:fld>
            <a:endParaRPr kumimoji="0" lang="en-US" altLang="ko-KR" sz="1200" dirty="0">
              <a:solidFill>
                <a:schemeClr val="tx2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8DE7BA3-B61C-239C-261C-9432912CB8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990" y="1805782"/>
            <a:ext cx="10588396" cy="4340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791853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E6A76-5F68-16DF-F595-EC21482CF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23067850-A6B0-1F5C-2E1B-48BEA46F0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PT</a:t>
            </a: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1A33CC9C-019D-B5A5-2EF7-7BE936B8F05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Check Timing &amp; Report analysis </a:t>
            </a:r>
            <a:r>
              <a:rPr lang="en-US" altLang="ko-KR" dirty="0" err="1">
                <a:ea typeface="굴림" panose="020B0600000101010101" pitchFamily="50" charset="-127"/>
              </a:rPr>
              <a:t>covergae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02AE2FC9-19D0-1A64-2DC6-3D54AF58423C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None/>
            </a:pPr>
            <a:endParaRPr lang="ko-KR" altLang="ko-KR" sz="2000"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2C1CBFF-5D75-82F4-AC7D-FB7860D79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altLang="ko-KR" smtClean="0"/>
              <a:pPr/>
              <a:t>6</a:t>
            </a:fld>
            <a:endParaRPr kumimoji="0" lang="en-US" altLang="ko-KR" sz="1200" dirty="0">
              <a:solidFill>
                <a:schemeClr val="tx2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5FA422A-F835-DEF5-A6C5-C4C7B78096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181" y="2202127"/>
            <a:ext cx="5089522" cy="297190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2CCCB50-9E15-090A-7162-E265A80240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2209694"/>
            <a:ext cx="5140525" cy="297190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E01CA10-53FF-EE31-6D06-CC8657E36BA2}"/>
              </a:ext>
            </a:extLst>
          </p:cNvPr>
          <p:cNvSpPr txBox="1"/>
          <p:nvPr/>
        </p:nvSpPr>
        <p:spPr>
          <a:xfrm>
            <a:off x="1295400" y="5509183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Check timing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DA7266-62DB-223E-CB9D-1BC94E0F92F0}"/>
              </a:ext>
            </a:extLst>
          </p:cNvPr>
          <p:cNvSpPr txBox="1"/>
          <p:nvPr/>
        </p:nvSpPr>
        <p:spPr>
          <a:xfrm>
            <a:off x="6705600" y="5509183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Report analysis coverage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5264208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AAEA4-9A85-E7BB-23EB-667B3F250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565BB3AA-F492-F8BA-460D-E6E3AECEF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AI</a:t>
            </a: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2D37E50D-DCEE-FB10-AC44-F4C986D7ADB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AI </a:t>
            </a:r>
            <a:r>
              <a:rPr lang="ko-KR" altLang="en-US" dirty="0">
                <a:ea typeface="굴림" panose="020B0600000101010101" pitchFamily="50" charset="-127"/>
              </a:rPr>
              <a:t>활용</a:t>
            </a:r>
            <a:r>
              <a:rPr lang="en-US" altLang="ko-KR" dirty="0">
                <a:ea typeface="굴림" panose="020B0600000101010101" pitchFamily="50" charset="-127"/>
              </a:rPr>
              <a:t>(1)</a:t>
            </a: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8EDF4F45-4A92-6272-B6AA-A8E1AC530F53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None/>
            </a:pPr>
            <a:endParaRPr lang="ko-KR" altLang="ko-KR" sz="2000"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37C9F49-F914-A724-ACE7-32086D659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altLang="ko-KR" smtClean="0"/>
              <a:pPr/>
              <a:t>7</a:t>
            </a:fld>
            <a:endParaRPr kumimoji="0" lang="en-US" altLang="ko-KR" sz="1200" dirty="0">
              <a:solidFill>
                <a:schemeClr val="tx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19660D-E5F2-C8A0-67C2-0F3E3ABD3033}"/>
              </a:ext>
            </a:extLst>
          </p:cNvPr>
          <p:cNvSpPr txBox="1"/>
          <p:nvPr/>
        </p:nvSpPr>
        <p:spPr>
          <a:xfrm>
            <a:off x="6096000" y="1743995"/>
            <a:ext cx="5279136" cy="147732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ko-KR" dirty="0" err="1"/>
              <a:t>AI의</a:t>
            </a:r>
            <a:r>
              <a:rPr lang="ko-KR" altLang="ko-KR" dirty="0"/>
              <a:t> 도움을 받아 </a:t>
            </a:r>
            <a:r>
              <a:rPr lang="ko-KR" altLang="ko-KR" dirty="0" err="1"/>
              <a:t>Python</a:t>
            </a:r>
            <a:r>
              <a:rPr lang="ko-KR" altLang="ko-KR" dirty="0"/>
              <a:t> 코드를 작성하여 FIR 필터 검증용 </a:t>
            </a:r>
            <a:r>
              <a:rPr lang="ko-KR" altLang="ko-KR" dirty="0" err="1"/>
              <a:t>Chirp</a:t>
            </a:r>
            <a:r>
              <a:rPr lang="ko-KR" altLang="ko-KR" dirty="0"/>
              <a:t> 신호를 생성</a:t>
            </a:r>
            <a:r>
              <a:rPr lang="ko-KR" altLang="en-US" dirty="0"/>
              <a:t>하였음</a:t>
            </a:r>
            <a:r>
              <a:rPr lang="ko-KR" altLang="ko-KR" dirty="0"/>
              <a:t>.</a:t>
            </a:r>
            <a:endParaRPr lang="en-US" altLang="ko-KR" dirty="0"/>
          </a:p>
          <a:p>
            <a:r>
              <a:rPr lang="ko-KR" altLang="ko-KR" dirty="0"/>
              <a:t>생성된 아날로그 </a:t>
            </a:r>
            <a:r>
              <a:rPr lang="ko-KR" altLang="ko-KR" dirty="0" err="1"/>
              <a:t>Chirp</a:t>
            </a:r>
            <a:r>
              <a:rPr lang="ko-KR" altLang="ko-KR" dirty="0"/>
              <a:t> 신호를 8-bit 정수 데이터로 </a:t>
            </a:r>
            <a:r>
              <a:rPr lang="ko-KR" altLang="en-US" dirty="0"/>
              <a:t>변환 </a:t>
            </a:r>
            <a:r>
              <a:rPr lang="ko-KR" altLang="ko-KR" dirty="0"/>
              <a:t>한 후 </a:t>
            </a:r>
            <a:r>
              <a:rPr lang="ko-KR" altLang="en-US" dirty="0"/>
              <a:t>투</a:t>
            </a:r>
            <a:r>
              <a:rPr lang="ko-KR" altLang="ko-KR" dirty="0"/>
              <a:t>_data.txt 파일로 저장하여 </a:t>
            </a:r>
            <a:r>
              <a:rPr lang="ko-KR" altLang="ko-KR" dirty="0" err="1"/>
              <a:t>Verilog</a:t>
            </a:r>
            <a:r>
              <a:rPr lang="ko-KR" altLang="ko-KR" dirty="0"/>
              <a:t> </a:t>
            </a:r>
            <a:r>
              <a:rPr lang="ko-KR" altLang="ko-KR" dirty="0" err="1"/>
              <a:t>Testbench의</a:t>
            </a:r>
            <a:r>
              <a:rPr lang="ko-KR" altLang="ko-KR" dirty="0"/>
              <a:t> 입력 </a:t>
            </a:r>
            <a:r>
              <a:rPr lang="ko-KR" altLang="ko-KR"/>
              <a:t>데이터로 활용</a:t>
            </a:r>
            <a:endParaRPr lang="ko-KR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366D925-ED43-5E84-C124-A4D8B356D1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864" y="1756400"/>
            <a:ext cx="4593336" cy="4330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584953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28252-0C09-C6F1-0684-1290C1689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E2F84DC4-10E8-CD5D-5E11-9288E0CED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AI</a:t>
            </a: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5218087E-2066-D6F6-B7B9-E3EB6EA26FE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AI </a:t>
            </a:r>
            <a:r>
              <a:rPr lang="ko-KR" altLang="en-US" dirty="0">
                <a:ea typeface="굴림" panose="020B0600000101010101" pitchFamily="50" charset="-127"/>
              </a:rPr>
              <a:t>활용</a:t>
            </a:r>
            <a:r>
              <a:rPr lang="en-US" altLang="ko-KR" dirty="0">
                <a:ea typeface="굴림" panose="020B0600000101010101" pitchFamily="50" charset="-127"/>
              </a:rPr>
              <a:t>(2)</a:t>
            </a:r>
            <a:r>
              <a:rPr lang="ko-KR" altLang="en-US" dirty="0">
                <a:ea typeface="굴림" panose="020B0600000101010101" pitchFamily="50" charset="-127"/>
              </a:rPr>
              <a:t> </a:t>
            </a:r>
            <a:endParaRPr lang="en-US" altLang="ko-KR" dirty="0">
              <a:ea typeface="굴림" panose="020B0600000101010101" pitchFamily="50" charset="-127"/>
            </a:endParaRPr>
          </a:p>
          <a:p>
            <a:pPr marL="0" indent="0">
              <a:buNone/>
            </a:pP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98534ED8-A65A-1FFE-5D93-2621F54A86A9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None/>
            </a:pPr>
            <a:endParaRPr lang="ko-KR" altLang="ko-KR" sz="2000"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DD632DC-C948-2F51-90E4-B23896245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altLang="ko-KR" smtClean="0"/>
              <a:pPr/>
              <a:t>8</a:t>
            </a:fld>
            <a:endParaRPr kumimoji="0" lang="en-US" altLang="ko-KR" sz="1200" dirty="0">
              <a:solidFill>
                <a:schemeClr val="tx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CD5708-BD0C-E380-299C-7D043B1FDE6C}"/>
              </a:ext>
            </a:extLst>
          </p:cNvPr>
          <p:cNvSpPr txBox="1"/>
          <p:nvPr/>
        </p:nvSpPr>
        <p:spPr>
          <a:xfrm>
            <a:off x="6303264" y="1711911"/>
            <a:ext cx="5279136" cy="258532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ko-KR" dirty="0" err="1"/>
              <a:t>ChatGPT를</a:t>
            </a:r>
            <a:r>
              <a:rPr lang="ko-KR" altLang="ko-KR" dirty="0"/>
              <a:t> 활용하여 SDC </a:t>
            </a:r>
            <a:r>
              <a:rPr lang="ko-KR" altLang="ko-KR" dirty="0" err="1"/>
              <a:t>Constraint를</a:t>
            </a:r>
            <a:r>
              <a:rPr lang="ko-KR" altLang="ko-KR" dirty="0"/>
              <a:t> 분석하고 </a:t>
            </a:r>
            <a:r>
              <a:rPr lang="ko-KR" altLang="ko-KR" dirty="0" err="1"/>
              <a:t>Timing</a:t>
            </a:r>
            <a:r>
              <a:rPr lang="ko-KR" altLang="ko-KR" dirty="0"/>
              <a:t> </a:t>
            </a:r>
            <a:r>
              <a:rPr lang="ko-KR" altLang="ko-KR" dirty="0" err="1"/>
              <a:t>Violation을</a:t>
            </a:r>
            <a:r>
              <a:rPr lang="ko-KR" altLang="ko-KR" dirty="0"/>
              <a:t> 해결했음.</a:t>
            </a:r>
            <a:endParaRPr lang="en-US" altLang="ko-KR" dirty="0"/>
          </a:p>
          <a:p>
            <a:endParaRPr lang="ko-KR" altLang="ko-KR" dirty="0"/>
          </a:p>
          <a:p>
            <a:r>
              <a:rPr lang="ko-KR" altLang="ko-KR" dirty="0" err="1"/>
              <a:t>Clock</a:t>
            </a:r>
            <a:r>
              <a:rPr lang="ko-KR" altLang="ko-KR" dirty="0"/>
              <a:t> 및 </a:t>
            </a:r>
            <a:r>
              <a:rPr lang="ko-KR" altLang="ko-KR" dirty="0" err="1"/>
              <a:t>Reset</a:t>
            </a:r>
            <a:r>
              <a:rPr lang="ko-KR" altLang="ko-KR" dirty="0"/>
              <a:t> 설정을 최적화하여 </a:t>
            </a:r>
            <a:r>
              <a:rPr lang="ko-KR" altLang="ko-KR" dirty="0" err="1"/>
              <a:t>Setup</a:t>
            </a:r>
            <a:r>
              <a:rPr lang="ko-KR" altLang="ko-KR" dirty="0"/>
              <a:t>, </a:t>
            </a:r>
            <a:r>
              <a:rPr lang="ko-KR" altLang="ko-KR" dirty="0" err="1"/>
              <a:t>Recovery</a:t>
            </a:r>
            <a:r>
              <a:rPr lang="ko-KR" altLang="ko-KR" dirty="0"/>
              <a:t>, </a:t>
            </a:r>
            <a:r>
              <a:rPr lang="ko-KR" altLang="ko-KR" dirty="0" err="1"/>
              <a:t>Min</a:t>
            </a:r>
            <a:r>
              <a:rPr lang="ko-KR" altLang="ko-KR" dirty="0"/>
              <a:t> </a:t>
            </a:r>
            <a:r>
              <a:rPr lang="ko-KR" altLang="ko-KR" dirty="0" err="1"/>
              <a:t>Pulse</a:t>
            </a:r>
            <a:r>
              <a:rPr lang="ko-KR" altLang="ko-KR" dirty="0"/>
              <a:t> </a:t>
            </a:r>
            <a:r>
              <a:rPr lang="ko-KR" altLang="ko-KR" dirty="0" err="1"/>
              <a:t>Width</a:t>
            </a:r>
            <a:r>
              <a:rPr lang="ko-KR" altLang="ko-KR" dirty="0"/>
              <a:t> 문제를 수정했음.</a:t>
            </a:r>
            <a:endParaRPr lang="en-US" altLang="ko-KR" dirty="0"/>
          </a:p>
          <a:p>
            <a:endParaRPr lang="ko-KR" altLang="ko-KR" dirty="0"/>
          </a:p>
          <a:p>
            <a:r>
              <a:rPr lang="ko-KR" altLang="ko-KR" dirty="0"/>
              <a:t>그 결과 </a:t>
            </a:r>
            <a:r>
              <a:rPr lang="ko-KR" altLang="ko-KR" dirty="0" err="1"/>
              <a:t>Timing</a:t>
            </a:r>
            <a:r>
              <a:rPr lang="ko-KR" altLang="ko-KR" dirty="0"/>
              <a:t> </a:t>
            </a:r>
            <a:r>
              <a:rPr lang="ko-KR" altLang="ko-KR" dirty="0" err="1"/>
              <a:t>Coverage를</a:t>
            </a:r>
            <a:r>
              <a:rPr lang="ko-KR" altLang="ko-KR" dirty="0"/>
              <a:t> 62%에서 100%로 향상시켰음.</a:t>
            </a:r>
          </a:p>
          <a:p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A561CD2-BA9D-D8C3-EC69-79D982DCF2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387" y="1731673"/>
            <a:ext cx="5105399" cy="211064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F90128D-40FE-65E0-1E37-CF477BA34C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046317"/>
            <a:ext cx="5105399" cy="2110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241561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EB27E-4369-3B95-DB13-667D3C023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F913C725-3704-1238-05F2-520EF0B1F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AI</a:t>
            </a: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E39531EE-0A77-0352-9595-63022C35C62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AI </a:t>
            </a:r>
            <a:r>
              <a:rPr lang="ko-KR" altLang="en-US" dirty="0">
                <a:ea typeface="굴림" panose="020B0600000101010101" pitchFamily="50" charset="-127"/>
              </a:rPr>
              <a:t>활용</a:t>
            </a:r>
            <a:r>
              <a:rPr lang="en-US" altLang="ko-KR" dirty="0">
                <a:ea typeface="굴림" panose="020B0600000101010101" pitchFamily="50" charset="-127"/>
              </a:rPr>
              <a:t>(3)</a:t>
            </a: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D03F4A67-C272-6945-A63A-A1DE60B90867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None/>
            </a:pPr>
            <a:endParaRPr lang="ko-KR" altLang="ko-KR" sz="2000"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C15F52C-AFBF-DBA8-4DC8-34AE8EEEC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altLang="ko-KR" smtClean="0"/>
              <a:pPr/>
              <a:t>9</a:t>
            </a:fld>
            <a:endParaRPr kumimoji="0" lang="en-US" altLang="ko-KR" sz="1200" dirty="0">
              <a:solidFill>
                <a:schemeClr val="tx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4DFECA-4975-6228-1C69-55F989F662A2}"/>
              </a:ext>
            </a:extLst>
          </p:cNvPr>
          <p:cNvSpPr txBox="1"/>
          <p:nvPr/>
        </p:nvSpPr>
        <p:spPr>
          <a:xfrm>
            <a:off x="4931664" y="1663501"/>
            <a:ext cx="5279136" cy="230832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ko-KR" dirty="0"/>
              <a:t>기존 FIR 필터 구현에서는 각 계수에 대해 개별 곱셈기를 사용하여 연산을 수행하였음. 이 방식은 </a:t>
            </a:r>
            <a:r>
              <a:rPr lang="ko-KR" altLang="ko-KR" dirty="0" err="1"/>
              <a:t>연산량이</a:t>
            </a:r>
            <a:r>
              <a:rPr lang="ko-KR" altLang="ko-KR" dirty="0"/>
              <a:t> 많아 합성 후 면적이 증가하는 문제가 있었음.</a:t>
            </a:r>
          </a:p>
          <a:p>
            <a:r>
              <a:rPr lang="ko-KR" altLang="ko-KR" dirty="0"/>
              <a:t>이를 개선하기 위해 계수를 </a:t>
            </a:r>
            <a:r>
              <a:rPr lang="ko-KR" altLang="ko-KR" dirty="0" err="1"/>
              <a:t>Shift</a:t>
            </a:r>
            <a:r>
              <a:rPr lang="ko-KR" altLang="ko-KR" dirty="0"/>
              <a:t> 연산과 </a:t>
            </a:r>
            <a:r>
              <a:rPr lang="ko-KR" altLang="ko-KR" dirty="0" err="1"/>
              <a:t>Add</a:t>
            </a:r>
            <a:r>
              <a:rPr lang="ko-KR" altLang="ko-KR" dirty="0"/>
              <a:t>/</a:t>
            </a:r>
            <a:r>
              <a:rPr lang="ko-KR" altLang="ko-KR" dirty="0" err="1"/>
              <a:t>Sub</a:t>
            </a:r>
            <a:r>
              <a:rPr lang="ko-KR" altLang="ko-KR" dirty="0"/>
              <a:t> 연산으로 분해하여 구현했음. 예를 들어 ×6 연산은 (</a:t>
            </a:r>
            <a:r>
              <a:rPr lang="ko-KR" altLang="ko-KR" dirty="0" err="1"/>
              <a:t>x</a:t>
            </a:r>
            <a:r>
              <a:rPr lang="ko-KR" altLang="ko-KR" dirty="0"/>
              <a:t>&lt;&lt;2)+(</a:t>
            </a:r>
            <a:r>
              <a:rPr lang="ko-KR" altLang="ko-KR" dirty="0" err="1"/>
              <a:t>x</a:t>
            </a:r>
            <a:r>
              <a:rPr lang="ko-KR" altLang="ko-KR" dirty="0"/>
              <a:t>&lt;&lt;1) 형태로 구현하여 별도의 곱셈기를 제거했음.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00D957AF-93B0-6B41-40D9-500AD03508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446" y="1663501"/>
            <a:ext cx="3784953" cy="2308324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BB4267B6-23C6-07DD-3D12-AD960392E2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447" y="4048025"/>
            <a:ext cx="3784952" cy="230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542432"/>
      </p:ext>
    </p:extLst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5190</TotalTime>
  <Words>227</Words>
  <Application>Microsoft Office PowerPoint</Application>
  <PresentationFormat>와이드스크린</PresentationFormat>
  <Paragraphs>47</Paragraphs>
  <Slides>9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8" baseType="lpstr">
      <vt:lpstr>굴림</vt:lpstr>
      <vt:lpstr>맑은 고딕</vt:lpstr>
      <vt:lpstr>Arial</vt:lpstr>
      <vt:lpstr>Bookman Old Style</vt:lpstr>
      <vt:lpstr>Calibri</vt:lpstr>
      <vt:lpstr>Gill Sans MT</vt:lpstr>
      <vt:lpstr>Wingdings</vt:lpstr>
      <vt:lpstr>Wingdings 3</vt:lpstr>
      <vt:lpstr>Origin</vt:lpstr>
      <vt:lpstr>최정우 (Choi Jeongwoo) Sangmyung University jw010803@gmail.com</vt:lpstr>
      <vt:lpstr>Wave Form</vt:lpstr>
      <vt:lpstr>Wave Form</vt:lpstr>
      <vt:lpstr>DC</vt:lpstr>
      <vt:lpstr>DC</vt:lpstr>
      <vt:lpstr>PT</vt:lpstr>
      <vt:lpstr>AI</vt:lpstr>
      <vt:lpstr>AI</vt:lpstr>
      <vt:lpstr>AI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zhu;YongwooKim</dc:creator>
  <cp:lastModifiedBy>정우 최</cp:lastModifiedBy>
  <cp:revision>969</cp:revision>
  <dcterms:created xsi:type="dcterms:W3CDTF">2013-05-12T07:12:15Z</dcterms:created>
  <dcterms:modified xsi:type="dcterms:W3CDTF">2026-06-10T00:41:25Z</dcterms:modified>
</cp:coreProperties>
</file>